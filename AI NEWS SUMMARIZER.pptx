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11C7D-E50D-4F9E-A0C4-87F783392B82}" type="datetimeFigureOut">
              <a:rPr kumimoji="1" lang="en-US" smtClean="0"/>
              <a:t>25-May-26</a:t>
            </a:fld>
            <a:endParaRPr kumimoji="1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kumimoji="1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9C36187F-5E22-49FB-90C1-5FEF8C6BF9EF}" type="slidenum">
              <a:rPr kumimoji="1" lang="en-US" smtClean="0"/>
              <a:t>‹#›</a:t>
            </a:fld>
            <a:endParaRPr kumimoji="1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8915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11C7D-E50D-4F9E-A0C4-87F783392B82}" type="datetimeFigureOut">
              <a:rPr kumimoji="1" lang="en-US" smtClean="0"/>
              <a:t>25-May-26</a:t>
            </a:fld>
            <a:endParaRPr kumimoji="1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6187F-5E22-49FB-90C1-5FEF8C6BF9EF}" type="slidenum">
              <a:rPr kumimoji="1" lang="en-US" smtClean="0"/>
              <a:t>‹#›</a:t>
            </a:fld>
            <a:endParaRPr kumimoji="1"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2562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11C7D-E50D-4F9E-A0C4-87F783392B82}" type="datetimeFigureOut">
              <a:rPr kumimoji="1" lang="en-US" smtClean="0"/>
              <a:t>25-May-26</a:t>
            </a:fld>
            <a:endParaRPr kumimoji="1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6187F-5E22-49FB-90C1-5FEF8C6BF9EF}" type="slidenum">
              <a:rPr kumimoji="1" lang="en-US" smtClean="0"/>
              <a:t>‹#›</a:t>
            </a:fld>
            <a:endParaRPr kumimoji="1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6437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11C7D-E50D-4F9E-A0C4-87F783392B82}" type="datetimeFigureOut">
              <a:rPr kumimoji="1" lang="en-US" smtClean="0"/>
              <a:t>25-May-26</a:t>
            </a:fld>
            <a:endParaRPr kumimoji="1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6187F-5E22-49FB-90C1-5FEF8C6BF9EF}" type="slidenum">
              <a:rPr kumimoji="1" lang="en-US" smtClean="0"/>
              <a:t>‹#›</a:t>
            </a:fld>
            <a:endParaRPr kumimoji="1"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850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11C7D-E50D-4F9E-A0C4-87F783392B82}" type="datetimeFigureOut">
              <a:rPr kumimoji="1" lang="en-US" smtClean="0"/>
              <a:t>25-May-26</a:t>
            </a:fld>
            <a:endParaRPr kumimoji="1"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6187F-5E22-49FB-90C1-5FEF8C6BF9EF}" type="slidenum">
              <a:rPr kumimoji="1" lang="en-US" smtClean="0"/>
              <a:t>‹#›</a:t>
            </a:fld>
            <a:endParaRPr kumimoji="1"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5423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11C7D-E50D-4F9E-A0C4-87F783392B82}" type="datetimeFigureOut">
              <a:rPr kumimoji="1" lang="en-US" smtClean="0"/>
              <a:t>25-May-26</a:t>
            </a:fld>
            <a:endParaRPr kumimoji="1"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6187F-5E22-49FB-90C1-5FEF8C6BF9EF}" type="slidenum">
              <a:rPr kumimoji="1" lang="en-US" smtClean="0"/>
              <a:t>‹#›</a:t>
            </a:fld>
            <a:endParaRPr kumimoji="1"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2776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11C7D-E50D-4F9E-A0C4-87F783392B82}" type="datetimeFigureOut">
              <a:rPr kumimoji="1" lang="en-US" smtClean="0"/>
              <a:t>25-May-26</a:t>
            </a:fld>
            <a:endParaRPr kumimoji="1"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6187F-5E22-49FB-90C1-5FEF8C6BF9EF}" type="slidenum">
              <a:rPr kumimoji="1" lang="en-US" smtClean="0"/>
              <a:t>‹#›</a:t>
            </a:fld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287560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11C7D-E50D-4F9E-A0C4-87F783392B82}" type="datetimeFigureOut">
              <a:rPr kumimoji="1" lang="en-US" smtClean="0"/>
              <a:t>25-May-26</a:t>
            </a:fld>
            <a:endParaRPr kumimoji="1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6187F-5E22-49FB-90C1-5FEF8C6BF9EF}" type="slidenum">
              <a:rPr kumimoji="1" lang="en-US" smtClean="0"/>
              <a:t>‹#›</a:t>
            </a:fld>
            <a:endParaRPr kumimoji="1"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2110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FDD11C7D-E50D-4F9E-A0C4-87F783392B82}" type="datetimeFigureOut">
              <a:rPr kumimoji="1" lang="en-US" smtClean="0"/>
              <a:t>25-May-26</a:t>
            </a:fld>
            <a:endParaRPr kumimoji="1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kumimoji="1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6187F-5E22-49FB-90C1-5FEF8C6BF9EF}" type="slidenum">
              <a:rPr kumimoji="1" lang="en-US" smtClean="0"/>
              <a:t>‹#›</a:t>
            </a:fld>
            <a:endParaRPr kumimoji="1"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3074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11C7D-E50D-4F9E-A0C4-87F783392B82}" type="datetimeFigureOut">
              <a:rPr kumimoji="1" lang="en-US" smtClean="0"/>
              <a:t>25-May-26</a:t>
            </a:fld>
            <a:endParaRPr kumimoji="1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6187F-5E22-49FB-90C1-5FEF8C6BF9EF}" type="slidenum">
              <a:rPr kumimoji="1" lang="en-US" smtClean="0"/>
              <a:t>‹#›</a:t>
            </a:fld>
            <a:endParaRPr kumimoji="1"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4424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11C7D-E50D-4F9E-A0C4-87F783392B82}" type="datetimeFigureOut">
              <a:rPr kumimoji="1" lang="en-US" smtClean="0"/>
              <a:t>25-May-26</a:t>
            </a:fld>
            <a:endParaRPr kumimoji="1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6187F-5E22-49FB-90C1-5FEF8C6BF9EF}" type="slidenum">
              <a:rPr kumimoji="1" lang="en-US" smtClean="0"/>
              <a:t>‹#›</a:t>
            </a:fld>
            <a:endParaRPr kumimoji="1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2806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D11C7D-E50D-4F9E-A0C4-87F783392B82}" type="datetimeFigureOut">
              <a:rPr kumimoji="1" lang="en-US" smtClean="0"/>
              <a:t>25-May-26</a:t>
            </a:fld>
            <a:endParaRPr kumimoji="1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9C36187F-5E22-49FB-90C1-5FEF8C6BF9EF}" type="slidenum">
              <a:rPr kumimoji="1" lang="en-US" smtClean="0"/>
              <a:t>‹#›</a:t>
            </a:fld>
            <a:endParaRPr kumimoji="1"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936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A964F-CDAC-065F-EB91-48CCD04DE1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9922" y="924232"/>
            <a:ext cx="9144000" cy="1109406"/>
          </a:xfrm>
        </p:spPr>
        <p:txBody>
          <a:bodyPr>
            <a:normAutofit fontScale="90000"/>
          </a:bodyPr>
          <a:lstStyle/>
          <a:p>
            <a:r>
              <a:rPr kumimoji="1" lang="en-US" b="1" i="1" dirty="0">
                <a:highlight>
                  <a:srgbClr val="0000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AI NEWS SUMMARIZER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A1780B-E0A0-4658-D4DB-8FB1C4CF91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2510657"/>
            <a:ext cx="2939845" cy="1284595"/>
          </a:xfrm>
        </p:spPr>
        <p:txBody>
          <a:bodyPr/>
          <a:lstStyle/>
          <a:p>
            <a:r>
              <a:rPr kumimoji="1" lang="en-US" b="1" dirty="0">
                <a:latin typeface="Arial" panose="020B0604020202020204" pitchFamily="34" charset="0"/>
                <a:cs typeface="Arial" panose="020B0604020202020204" pitchFamily="34" charset="0"/>
              </a:rPr>
              <a:t>Phone Myint Myat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Yangon, Myanmar</a:t>
            </a:r>
            <a:endParaRPr kumimoji="1"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EA2744-ACAD-45A5-8B0A-AFD9004F0725}"/>
              </a:ext>
            </a:extLst>
          </p:cNvPr>
          <p:cNvSpPr txBox="1"/>
          <p:nvPr/>
        </p:nvSpPr>
        <p:spPr>
          <a:xfrm>
            <a:off x="8613058" y="2760962"/>
            <a:ext cx="3578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b="1" dirty="0">
                <a:latin typeface="Arial" panose="020B0604020202020204" pitchFamily="34" charset="0"/>
                <a:cs typeface="Arial" panose="020B0604020202020204" pitchFamily="34" charset="0"/>
              </a:rPr>
              <a:t>GitHub: bhonemyintmyat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edX: Myat314</a:t>
            </a:r>
            <a:endParaRPr kumimoji="1"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9762E3-3056-1894-583D-87D4E9FC7C03}"/>
              </a:ext>
            </a:extLst>
          </p:cNvPr>
          <p:cNvSpPr txBox="1"/>
          <p:nvPr/>
        </p:nvSpPr>
        <p:spPr>
          <a:xfrm>
            <a:off x="4439263" y="300595"/>
            <a:ext cx="29840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sz="2200" b="1" dirty="0">
                <a:highlight>
                  <a:srgbClr val="00FF00"/>
                </a:highlight>
              </a:rPr>
              <a:t>CS50P Final Project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D660B3-EB93-1005-F8A2-90E3B7C64BD0}"/>
              </a:ext>
            </a:extLst>
          </p:cNvPr>
          <p:cNvSpPr txBox="1"/>
          <p:nvPr/>
        </p:nvSpPr>
        <p:spPr>
          <a:xfrm>
            <a:off x="10314039" y="6417281"/>
            <a:ext cx="30873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sz="2200" b="1">
                <a:highlight>
                  <a:srgbClr val="FF00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25 May 2026</a:t>
            </a:r>
            <a:endParaRPr kumimoji="1" lang="en-US" sz="2200" b="1" dirty="0">
              <a:highlight>
                <a:srgbClr val="FF00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78274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10</TotalTime>
  <Words>21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Gill Sans MT</vt:lpstr>
      <vt:lpstr>Gallery</vt:lpstr>
      <vt:lpstr>AI NEWS SUMMARIZER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myintmyat phone</dc:creator>
  <cp:lastModifiedBy>myintmyat phone</cp:lastModifiedBy>
  <cp:revision>3</cp:revision>
  <dcterms:created xsi:type="dcterms:W3CDTF">2026-05-25T13:01:26Z</dcterms:created>
  <dcterms:modified xsi:type="dcterms:W3CDTF">2026-05-25T13:12:03Z</dcterms:modified>
</cp:coreProperties>
</file>